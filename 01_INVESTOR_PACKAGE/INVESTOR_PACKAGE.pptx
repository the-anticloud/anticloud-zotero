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ZOTERO (ACADEMIA_RD)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ZOTERO is an Anticloud FZ LLE integration of Upstream open-source component (ZOTERO) repackaged for offline Anticloud deployment.,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MIT/Apache-2.0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ACADEMIA_RD.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
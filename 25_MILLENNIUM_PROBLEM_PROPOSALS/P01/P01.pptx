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Navier-Stokes Existence and Smoothness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01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**Hypothesis (The "Vortex Self-Similar Suppression" Conjecture):**</a:t>
            </a:r>
          </a:p>
          <a:p>
            <a:r>
              <a:rPr sz="1100">
                <a:solidFill>
                  <a:srgbClr val="222222"/>
                </a:solidFill>
              </a:rPr>
              <a:t>In three dimensions, the non-linear convective term (u · ∇)u cannot generate a finite-time singularity because the local vorticity stretching mechanism ω · ∇ u is strictly bounded by an intrinsic geom</a:t>
            </a:r>
          </a:p>
          <a:p/>
          <a:p>
            <a:r>
              <a:rPr sz="1100">
                <a:solidFill>
                  <a:srgbClr val="222222"/>
                </a:solidFill>
              </a:rPr>
              <a:t>Mathematically, this posits that there exi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Navier-Stokes Existence and Smoothness (Mathematics/PDE)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Proposed Solution Framework: Entropy-Regularized Vortex Filament Dynamics for 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Disclaimer: The Clay Millennium Prize Problem regarding the existence and smoothness of solutions to the incompressible Navier-Stokes equations remains unsolved. The following is a rigorous hypothetic</a:t>
            </a:r>
          </a:p>
          <a:p/>
          <a:p>
            <a:r>
              <a:rPr sz="1100">
                <a:solidFill>
                  <a:srgbClr val="222222"/>
                </a:solidFill>
              </a:rPr>
              <a:t>---</a:t>
            </a:r>
          </a:p>
          <a:p/>
          <a:p>
            <a:r>
              <a:rPr sz="1100">
                <a:solidFill>
                  <a:srgbClr val="222222"/>
                </a:solidFill>
              </a:rPr>
              <a:t>#### 1. Core Hypothesis</a:t>
            </a:r>
          </a:p>
          <a:p>
            <a:r>
              <a:rPr sz="1100">
                <a:solidFill>
                  <a:srgbClr val="222222"/>
                </a:solidFill>
              </a:rPr>
              <a:t>Hypothesis (The "Vortex Self-Similar Suppression" Conjecture):</a:t>
            </a:r>
          </a:p>
          <a:p>
            <a:r>
              <a:rPr sz="1100">
                <a:solidFill>
                  <a:srgbClr val="222222"/>
                </a:solidFill>
              </a:rPr>
              <a:t>In three dimensions, the non-linear convective term (u · ∇)u cannot generate a finite-time singularity because the local vorticity stretching mechanism ω · ∇ u is strictly bounded by an intrinsic geom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Navier-Stokes Existence and Smoothness.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56170c4d9c93a442036c644b610f5a8f...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
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4FC3F7"/>
                </a:solidFill>
              </a:rPr>
              <a:t>Riemann Hypothesis</a:t>
            </a:r>
            <a:br/>
            <a:r>
              <a:t>A Computational Research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EE"/>
                </a:solidFill>
              </a:rPr>
              <a:t>Lois-Kleinner Alpasan | Anticloud FZ LLE, UAE Free Zone</a:t>
            </a:r>
          </a:p>
          <a:p>
            <a:r>
              <a:rPr sz="1100">
                <a:solidFill>
                  <a:srgbClr val="CCCCEE"/>
                </a:solidFill>
              </a:rPr>
              <a:t>PAX L5 Narrow L2 General 27B | 2026-10-02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3D62"/>
                </a:solidFill>
              </a:rPr>
              <a:t>PAX Self-Assessment — Confidence Dimensions</a:t>
            </a:r>
          </a:p>
        </p:txBody>
      </p:sp>
      <p:pic>
        <p:nvPicPr>
          <p:cNvPr id="3" name="Picture 2" descr="P02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77240"/>
            <a:ext cx="69494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central conjecture posits that there exists a self-adjoint operator H acting on a specific Hilbert space H_arith such that:</a:t>
            </a:r>
          </a:p>
          <a:p>
            <a:r>
              <a:rPr sz="1100">
                <a:solidFill>
                  <a:srgbClr val="222222"/>
                </a:solidFill>
              </a:rPr>
              <a:t> Spec(H) = \ γ_n : ζ(1/2 + iγ_n) = 0 \ </a:t>
            </a:r>
          </a:p>
          <a:p>
            <a:r>
              <a:rPr sz="1100">
                <a:solidFill>
                  <a:srgbClr val="222222"/>
                </a:solidFill>
              </a:rPr>
              <a:t>where γ_n are the imaginary parts of the non-trivial zeros of the Riemann zeta function ζ(s).</a:t>
            </a:r>
          </a:p>
          <a:p/>
          <a:p>
            <a:r>
              <a:rPr sz="1100">
                <a:solidFill>
                  <a:srgbClr val="222222"/>
                </a:solidFill>
              </a:rPr>
              <a:t>**Refinement:** Unlike previous failed attempts that relied on ad-hoc Hamiltonians, this proposal hypothesizes that H arises naturally from the **quantum geometry of the adele ring** A_ℚ, specifically</a:t>
            </a:r>
          </a:p>
          <a:p/>
          <a:p>
            <a:r>
              <a:rPr sz="1100">
                <a:solidFill>
                  <a:srgbClr val="222222"/>
                </a:solidFill>
              </a:rPr>
              <a:t>If such a Hermitian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Riemann Hypothesis (Mathematics/Number Theory) is one of the most consequential unsolved problems in science.</a:t>
            </a:r>
          </a:p>
          <a:p/>
          <a:p>
            <a:r>
              <a:rPr sz="1100">
                <a:solidFill>
                  <a:srgbClr val="222222"/>
                </a:solidFill>
              </a:rPr>
              <a:t>This framework synthesizes operator theory, algebraic geometry, and modern computational approaches into a structured research scaffold generated by PAX L5 Narrow L2 General 27B.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Proposed Research Framework: Spectral Realization of the Non-Trivial Zeros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1. Core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central conjecture posits that there exists a self-adjoint operator H acting on a specific Hilbert space H_arith such that:</a:t>
            </a:r>
          </a:p>
          <a:p>
            <a:r>
              <a:rPr sz="1100">
                <a:solidFill>
                  <a:srgbClr val="222222"/>
                </a:solidFill>
              </a:rPr>
              <a:t> Spec(H) = \ γ_n : ζ(1/2 + iγ_n) = 0 \ </a:t>
            </a:r>
          </a:p>
          <a:p>
            <a:r>
              <a:rPr sz="1100">
                <a:solidFill>
                  <a:srgbClr val="222222"/>
                </a:solidFill>
              </a:rPr>
              <a:t>where γ_n are the imaginary parts of the non-trivial zeros of the Riemann zeta function ζ(s).</a:t>
            </a:r>
          </a:p>
          <a:p/>
          <a:p>
            <a:r>
              <a:rPr sz="1100">
                <a:solidFill>
                  <a:srgbClr val="222222"/>
                </a:solidFill>
              </a:rPr>
              <a:t>Refinement: Unlike previous failed attempts that relied on ad-hoc Hamiltonians, this proposal hypothesizes that H arises naturally from the quantum geometry of the adele ring A_ℚ, specifically through</a:t>
            </a:r>
          </a:p>
          <a:p/>
          <a:p>
            <a:r>
              <a:rPr sz="1100">
                <a:solidFill>
                  <a:srgbClr val="222222"/>
                </a:solidFill>
              </a:rPr>
              <a:t>If such a Hermitian operator exi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2. Mathematical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A. The Arithmetic Hilbert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We define the space H_arith as the completion of smooth functions on the idele class group C_ℚ = I_ℚ/ℚ^×, weighted by a measure derived from the Tamagawa number.</a:t>
            </a:r>
          </a:p>
          <a:p>
            <a:r>
              <a:rPr sz="1100">
                <a:solidFill>
                  <a:srgbClr val="222222"/>
                </a:solidFill>
              </a:rPr>
              <a:t> ψ ∈ L^2(C_ℚ, dμ_Tam) </a:t>
            </a:r>
          </a:p>
          <a:p>
            <a:r>
              <a:rPr sz="1100">
                <a:solidFill>
                  <a:srgbClr val="222222"/>
                </a:solidFill>
              </a:rPr>
              <a:t>This space incorporates both archimedean (p=∞) and non-archimedean (p&lt;∞) components, ensuring the global nature of the zeta function is respected.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B. The Connes' Trace Formula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Building on Alain Connes' work regarding the "spectral interpretation," we propose a modification of the explicit formulas connecting primes and zeros. We utilize the non-commutative geometry of the a</a:t>
            </a:r>
          </a:p>
          <a:p/>
          <a:p>
            <a:r>
              <a:rPr sz="1100">
                <a:solidFill>
                  <a:srgbClr val="222222"/>
                </a:solidFill>
              </a:rPr>
              <a:t>Let K(x) be a test function on the adeles. The trace formula states:</a:t>
            </a:r>
          </a:p>
          <a:p>
            <a:r>
              <a:rPr sz="1100">
                <a:solidFill>
                  <a:srgbClr val="222222"/>
                </a:solidFill>
              </a:rPr>
              <a:t> Σ_n h(γ_n) = ∈t_-∞^∞ K(t) dt - (1/2i) (4π) h(0) + Σ_p Σ_k=1^∞ Λ(p^1/k)√p^k ∈t_-∞^∞ e^it p^k h(t) dt </a:t>
            </a:r>
          </a:p>
          <a:p>
            <a:r>
              <a:rPr sz="1100">
                <a:solidFill>
                  <a:srgbClr val="222222"/>
                </a:solidFill>
              </a:rPr>
              <a:t>Our framework constructs H such that its spectral density matches the oscillatory term involving prime powers exactly.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Conclusion &amp; 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Structured pathways toward resolution of the Riemann Hypothesis.</a:t>
            </a:r>
          </a:p>
          <a:p>
            <a:r>
              <a:rPr sz="1100">
                <a:solidFill>
                  <a:srgbClr val="222222"/>
                </a:solidFill>
              </a:rPr>
              <a:t>Formal verification by domain experts is the immediate next step.</a:t>
            </a:r>
          </a:p>
          <a:p/>
          <a:p>
            <a:r>
              <a:rPr sz="1100">
                <a:solidFill>
                  <a:srgbClr val="222222"/>
                </a:solidFill>
              </a:rPr>
              <a:t>SHA3-256: 01df16f5a8e28a65bf7a76849a5a4d14...</a:t>
            </a:r>
          </a:p>
          <a:p>
            <a:r>
              <a:rPr sz="1100">
                <a:solidFill>
                  <a:srgbClr val="222222"/>
                </a:solidFill>
              </a:rPr>
              <a:t>Genesis: 8b4a8a4f6312dfbe885de82807169856...</a:t>
            </a:r>
          </a:p>
          <a:p>
            <a:r>
              <a:rPr sz="1100">
                <a:solidFill>
                  <a:srgbClr val="222222"/>
                </a:solidFill>
              </a:rPr>
              <a:t>© 2026 Anticloud FZ LLE, UAE Free Zone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
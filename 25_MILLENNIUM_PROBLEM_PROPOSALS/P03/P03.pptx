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P vs NP Problem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3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**Hypothesis:** The polynomial-time solvability of SAT (and thus the class NP) is fundamentally constrained by the **geometric complexity** of its associated computational varieties. Specifically, the</a:t>
            </a:r>
          </a:p>
          <a:p/>
          <a:p>
            <a:r>
              <a:rPr sz="1100">
                <a:solidFill>
                  <a:srgbClr val="222222"/>
                </a:solidFill>
              </a:rPr>
              <a:t>In simpler terms: *The "shape" of the computational space required to solve NP-complete problems is intrinsically more complex than any shape generatable by polynomial-sized circuits.*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P vs NP Problem (Computer Science/Mathematics)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Research Framework: Geometric Complexity Barriers via Algebraic Geometr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While a complete resolution to P vs NP remains one of the most profound unsolved problems in mathematics, the following proposal outlines a rigorous research program aimed at proving P ≠ NP. This appr</a:t>
            </a:r>
          </a:p>
          <a:p/>
          <a:p>
            <a:r>
              <a:rPr sz="1100">
                <a:solidFill>
                  <a:srgbClr val="222222"/>
                </a:solidFill>
              </a:rPr>
              <a:t>#### 1. Core Hypothesis</a:t>
            </a:r>
          </a:p>
          <a:p>
            <a:r>
              <a:rPr sz="1100">
                <a:solidFill>
                  <a:srgbClr val="222222"/>
                </a:solidFill>
              </a:rPr>
              <a:t>Hypothesis: The polynomial-time solvability of SAT (and thus the class NP) is fundamentally constrained by the geometric complexity of its associated computational varieties. Specifically, the orbit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P vs NP Problem.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c3cb8fc238aaa6a5c50df01b20e0b921...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
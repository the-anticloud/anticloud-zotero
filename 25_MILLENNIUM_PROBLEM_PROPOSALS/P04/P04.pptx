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Yang-Mills Existence and Mass Gap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04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existence of a non-trivial quantum Yang-Mills theory with a mass gap m &gt; 0 in four Euclidean dimensions is contingent upon the **non-perturbative emergence of a dynamically generated scale** via t</a:t>
            </a:r>
          </a:p>
          <a:p/>
          <a:p>
            <a:r>
              <a:rPr sz="1100">
                <a:solidFill>
                  <a:srgbClr val="222222"/>
                </a:solidFill>
              </a:rPr>
              <a:t>We hypothesize that the continuum limit (a 0) of the Wilson lattice action for a compact simple Lie group G (e.g., SU(3)) defines a unique, reflection-positive measure μ_YM on the space of tempered 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Yang-Mills Existence and Mass Gap (Physics/Mathematics)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1. Core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existence of a non-trivial quantum Yang-Mills theory with a mass gap m &gt; 0 in four Euclidean dimensions is contingent upon the non-perturbative emergence of a dynamically generated scale via the r</a:t>
            </a:r>
          </a:p>
          <a:p/>
          <a:p>
            <a:r>
              <a:rPr sz="1100">
                <a:solidFill>
                  <a:srgbClr val="222222"/>
                </a:solidFill>
              </a:rPr>
              <a:t>We hypothesize that the continuum limit (a 0) of the Wilson lattice action for a compact simple Lie group G (e.g., SU(3)) defines a unique, reflection-positive measure μ_YM on the space of tempered 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2. Mathematical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To rigorously address this, we must transition from formal path integrals to constructive quantum field theory (CQFT).</a:t>
            </a:r>
          </a:p>
          <a:p/>
          <a:p>
            <a:r>
              <a:rPr sz="1100">
                <a:solidFill>
                  <a:srgbClr val="222222"/>
                </a:solidFill>
              </a:rPr>
              <a:t>#### A. Lattice Regularization and the Continuum Limit</a:t>
            </a:r>
          </a:p>
          <a:p>
            <a:r>
              <a:rPr sz="1100">
                <a:solidFill>
                  <a:srgbClr val="222222"/>
                </a:solidFill>
              </a:rPr>
              <a:t>Let Λ_a = aℤ^4 be a hypercubic lattice with spacing a. We define the configuration space as the set of link variables U_x,μ ∈ G, representing parallel transporters. The Wilson action is:</a:t>
            </a:r>
          </a:p>
          <a:p>
            <a:r>
              <a:rPr sz="1100">
                <a:solidFill>
                  <a:srgbClr val="222222"/>
                </a:solidFill>
              </a:rPr>
              <a:t> S_W[U] = β Σ_P ( 1 - (1/N) Re Tr(U_P) ) </a:t>
            </a:r>
          </a:p>
          <a:p>
            <a:r>
              <a:rPr sz="1100">
                <a:solidFill>
                  <a:srgbClr val="222222"/>
                </a:solidFill>
              </a:rPr>
              <a:t>where U_P is the plaquette variable and β = (2N/g_0^2).</a:t>
            </a:r>
          </a:p>
          <a:p/>
          <a:p>
            <a:r>
              <a:rPr sz="1100">
                <a:solidFill>
                  <a:srgbClr val="222222"/>
                </a:solidFill>
              </a:rPr>
              <a:t>Key Requirement: Prove the existence of the thermodynamic limit (V ∞) followed by the continuum limit (a 0) such that:</a:t>
            </a:r>
          </a:p>
          <a:p>
            <a:r>
              <a:rPr sz="1100">
                <a:solidFill>
                  <a:srgbClr val="222222"/>
                </a:solidFill>
              </a:rPr>
              <a:t> Z[φ] = _a 0 ∈t DU \, e^-S_W(U) (i ∈t d^4x \, J(x) · A_U(x)) </a:t>
            </a:r>
          </a:p>
          <a:p>
            <a:r>
              <a:rPr sz="1100">
                <a:solidFill>
                  <a:srgbClr val="222222"/>
                </a:solidFill>
              </a:rPr>
              <a:t>defines a 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3. Proof Sketch / Key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A rigorous proof would proceed through the following logical sequence:</a:t>
            </a:r>
          </a:p>
          <a:p/>
          <a:p>
            <a:r>
              <a:rPr sz="1100">
                <a:solidFill>
                  <a:srgbClr val="222222"/>
                </a:solidFill>
              </a:rPr>
              <a:t>* Step 1: Uniform Bounds on Correlation Functions.</a:t>
            </a:r>
          </a:p>
          <a:p>
            <a:r>
              <a:rPr sz="1100">
                <a:solidFill>
                  <a:srgbClr val="222222"/>
                </a:solidFill>
              </a:rPr>
              <a:t> Establish that the Schwinger functions S_n(x_1, ..., x_n) derived from the lattice measure satisfy uniform bounds independent of the cutoff a. Specifically, prove the Cluster Property:</a:t>
            </a:r>
          </a:p>
          <a:p>
            <a:r>
              <a:rPr sz="1100">
                <a:solidFill>
                  <a:srgbClr val="222222"/>
                </a:solidFill>
              </a:rPr>
              <a:t> |S_n(x_1, , x_n) - S_k(x_1, , x_k)S_n-k(x_k+1, , x_n)| ≤ C e^-δ |x_i - x_j| </a:t>
            </a:r>
          </a:p>
          <a:p>
            <a:r>
              <a:rPr sz="1100">
                <a:solidFill>
                  <a:srgbClr val="222222"/>
                </a:solidFill>
              </a:rPr>
              <a:t> This step relies on the Infrared Bound technique combined with the reflection positivity of the lattice transfer matrix.</a:t>
            </a:r>
          </a:p>
          <a:p/>
          <a:p>
            <a:r>
              <a:rPr sz="1100">
                <a:solidFill>
                  <a:srgbClr val="222222"/>
                </a:solidFill>
              </a:rPr>
              <a:t>* Step 2: Construction of the Continuum Measure.</a:t>
            </a:r>
          </a:p>
          <a:p>
            <a:r>
              <a:rPr sz="1100">
                <a:solidFill>
                  <a:srgbClr val="222222"/>
                </a:solidFill>
              </a:rPr>
              <a:t> Apply Prohorov's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Yang-Mills Existence and Mass Gap.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33977c15cc3f921ac1b4bfb736f3d6b6...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
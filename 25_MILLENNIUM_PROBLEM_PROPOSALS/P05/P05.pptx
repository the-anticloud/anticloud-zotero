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Hodge Conjecture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5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### **Preface on Feasibility**</a:t>
            </a:r>
          </a:p>
          <a:p>
            <a:r>
              <a:rPr sz="1100">
                <a:solidFill>
                  <a:srgbClr val="222222"/>
                </a:solidFill>
              </a:rPr>
              <a:t>The Hodge Conjecture remains one of the seven Millennium Prize Problems and is widely considered one of the deepest unsolved problems in algebraic geometry. As an AI model, I must clarify that **I 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Hodge Conjecture (Mathematics/Algebraic Geometry)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**Preface on Feasibility**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Hodge Conjecture remains one of the seven Millennium Prize Problems and is widely considered one of the deepest unsolved problems in algebraic geometry. As an AI model, I must clarify that I canno</a:t>
            </a:r>
          </a:p>
          <a:p/>
          <a:p>
            <a:r>
              <a:rPr sz="1100">
                <a:solidFill>
                  <a:srgbClr val="222222"/>
                </a:solidFill>
              </a:rPr>
              <a:t>However, acting within my designated role as a scientific reasoning engine, I will construct a rigorous proposed research framework. 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Hypothesis: The Motivic-Algebraic Correspondence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Hypothesis Statement:</a:t>
            </a:r>
          </a:p>
          <a:p>
            <a:r>
              <a:rPr sz="1100">
                <a:solidFill>
                  <a:srgbClr val="222222"/>
                </a:solidFill>
              </a:rPr>
              <a:t>Let X be a smooth projective variety over ℂ. Every rational (p,p)-class in the singular cohomology group H^2p(X, ℚ) arises from the image of the cycle map if and only if there exists a specific Motivi</a:t>
            </a:r>
          </a:p>
          <a:p/>
          <a:p>
            <a:r>
              <a:rPr sz="1100">
                <a:solidFill>
                  <a:srgbClr val="222222"/>
                </a:solidFill>
              </a:rPr>
              <a:t>Refined Conjecture (Partial Progress Target):</a:t>
            </a:r>
          </a:p>
          <a:p>
            <a:r>
              <a:rPr sz="1100">
                <a:solidFill>
                  <a:srgbClr val="222222"/>
                </a:solidFill>
              </a:rPr>
              <a:t>We hypothesize that the obstruction to the Hodge Conjecture lies entirely within the failure of the Realization Functor to be fully faithful on the subcategory of effective motives generated by Chow 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operationalize this hypothesis, we construct a framework integrating three pillars:</a:t>
            </a:r>
          </a:p>
          <a:p/>
          <a:p>
            <a:r>
              <a:rPr sz="1100">
                <a:solidFill>
                  <a:srgbClr val="222222"/>
                </a:solidFill>
              </a:rPr>
              <a:t>#### A. Enhanced Motivic Category (DM_eff)</a:t>
            </a:r>
          </a:p>
          <a:p>
            <a:r>
              <a:rPr sz="1100">
                <a:solidFill>
                  <a:srgbClr val="222222"/>
                </a:solidFill>
              </a:rPr>
              <a:t>We utilize the Voevodsky-derived category of motives DM_eff(k) over k=ℂ. Unlike classical cohomology, this category encodes both topological and arithmetic information. We define a refined functor:</a:t>
            </a:r>
          </a:p>
          <a:p>
            <a:r>
              <a:rPr sz="1100">
                <a:solidFill>
                  <a:srgbClr val="222222"/>
                </a:solidFill>
              </a:rPr>
              <a:t> Φ: DM_eff(ℂ) D^b(HS_ℚ) </a:t>
            </a:r>
          </a:p>
          <a:p>
            <a:r>
              <a:rPr sz="1100">
                <a:solidFill>
                  <a:srgbClr val="222222"/>
                </a:solidFill>
              </a:rPr>
              <a:t>where D^b(HS_ℚ) is the bounded derived category of rational Hodge structures.</a:t>
            </a:r>
          </a:p>
          <a:p/>
          <a:p>
            <a:r>
              <a:rPr sz="1100">
                <a:solidFill>
                  <a:srgbClr val="222222"/>
                </a:solidFill>
              </a:rPr>
              <a:t>#### B. The Algebraicity Filter</a:t>
            </a:r>
          </a:p>
          <a:p>
            <a:r>
              <a:rPr sz="1100">
                <a:solidFill>
                  <a:srgbClr val="222222"/>
                </a:solidFill>
              </a:rPr>
              <a:t>Define a subcategory M_alg ⊂ DM_eff(ℂ) consisting of objects whose realization lands strictly in the "algebraic" part of the Hodge filtration. The core claim is that the intersection of the image of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A direct proof is currently out of reach; instead, we propose a reductionist strategy:</a:t>
            </a:r>
          </a:p>
          <a:p/>
          <a:p>
            <a:r>
              <a:rPr sz="1100">
                <a:solidFill>
                  <a:srgbClr val="222222"/>
                </a:solidFill>
              </a:rPr>
              <a:t>Step 1: Reduction to Abelian Varieties (The Standard Approach)</a:t>
            </a:r>
          </a:p>
          <a:p>
            <a:r>
              <a:rPr sz="1100">
                <a:solidFill>
                  <a:srgbClr val="222222"/>
                </a:solidFill>
              </a:rPr>
              <a:t>It is known that the Hodge Conjecture holds for divisors (p=1, Lefschetz (1,1) theorem) and for abelian varieties (proven by Deligne).</a:t>
            </a:r>
          </a:p>
          <a:p>
            <a:r>
              <a:rPr sz="1100">
                <a:solidFill>
                  <a:srgbClr val="222222"/>
                </a:solidFill>
              </a:rPr>
              <a:t> Action:* Prove that any counter-example X can be reduced via correspondence to an abelian variety A such that a non-algebraic class on X induces a non-algebraic class on J(A). If the conjecture holds</a:t>
            </a:r>
          </a:p>
          <a:p>
            <a:r>
              <a:rPr sz="1100">
                <a:solidFill>
                  <a:srgbClr val="222222"/>
                </a:solidFill>
              </a:rPr>
              <a:t> New Contribution:* Construct a Universal Motivic Functor that maps arbitrary X to a specific moduli stack of abelian varieties, preserving the (p,p)-structure.</a:t>
            </a:r>
          </a:p>
          <a:p/>
          <a:p>
            <a:r>
              <a:rPr sz="1100">
                <a:solidFill>
                  <a:srgbClr val="222222"/>
                </a:solidFill>
              </a:rPr>
              <a:t>Step 2: Analysis of the Motivic Galois Group</a:t>
            </a:r>
          </a:p>
          <a:p>
            <a:r>
              <a:rPr sz="1100">
                <a:solidFill>
                  <a:srgbClr val="222222"/>
                </a:solidFill>
              </a:rPr>
              <a:t>Utilize the Tannakian formalism. Let $G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Hodge Conjecture.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ed545334983f8c7b2c50134ebc61e3dc...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
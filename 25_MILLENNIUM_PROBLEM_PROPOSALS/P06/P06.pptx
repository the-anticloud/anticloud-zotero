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Birch and Swinnerton-Dyer Conjecture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6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central hypothesis posits a precise arithmetic-geometric duality between the algebraic rank of an elliptic curve E/ℚ and the analytic behavior of its Hasse-Weil L-function at the critical point s=</a:t>
            </a:r>
          </a:p>
          <a:p/>
          <a:p>
            <a:r>
              <a:rPr sz="1100">
                <a:solidFill>
                  <a:srgbClr val="222222"/>
                </a:solidFill>
              </a:rPr>
              <a:t>Let E be an elliptic curve defined over ℚ. Let r = rank(E(ℚ)) be the Mordell-Weil rank. Let L(E, s) be the associated Hasse-Weil L-function.</a:t>
            </a:r>
          </a:p>
          <a:p/>
          <a:p>
            <a:r>
              <a:rPr sz="1100">
                <a:solidFill>
                  <a:srgbClr val="222222"/>
                </a:solidFill>
              </a:rPr>
              <a:t>**Hypothesis Statement:**</a:t>
            </a:r>
          </a:p>
          <a:p>
            <a:r>
              <a:rPr sz="1100">
                <a:solidFill>
                  <a:srgbClr val="222222"/>
                </a:solidFill>
              </a:rPr>
              <a:t>The order of vanishing of L(E, s) at s=1 is exactly equal to the rank r:</a:t>
            </a:r>
          </a:p>
          <a:p>
            <a:r>
              <a:rPr sz="1100">
                <a:solidFill>
                  <a:srgbClr val="222222"/>
                </a:solidFill>
              </a:rPr>
              <a:t> ord_s=1 L(E, s) = r </a:t>
            </a:r>
          </a:p>
          <a:p/>
          <a:p>
            <a:r>
              <a:rPr sz="1100">
                <a:solidFill>
                  <a:srgbClr val="222222"/>
                </a:solidFill>
              </a:rPr>
              <a:t>Furthermore, if r ≥ 0, the leading non-zero coefficient in the Taylor expansion of L(E, s) around s=1 is given by:</a:t>
            </a:r>
          </a:p>
          <a:p>
            <a:r>
              <a:rPr sz="1100">
                <a:solidFill>
                  <a:srgbClr val="222222"/>
                </a:solidFill>
              </a:rPr>
              <a:t>$$ _s 1 (L(E, s)/(s-1)^r) = Ω_E · R_E · Π_p|N c_p · |Sha(E/ℚ)||Tors(E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Birch and Swinnerton-Dyer Conjecture (Mathematics/Number Theory)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central hypothesis posits a precise arithmetic-geometric duality between the algebraic rank of an elliptic curve E/ℚ and the analytic behavior of its Hasse-Weil L-function at the critical point s=</a:t>
            </a:r>
          </a:p>
          <a:p/>
          <a:p>
            <a:r>
              <a:rPr sz="1100">
                <a:solidFill>
                  <a:srgbClr val="222222"/>
                </a:solidFill>
              </a:rPr>
              <a:t>Let E be an elliptic curve defined over ℚ. Let r = rank(E(ℚ)) be the Mordell-Weil rank. Let L(E, s) be the associated Hasse-Weil L-function.</a:t>
            </a:r>
          </a:p>
          <a:p/>
          <a:p>
            <a:r>
              <a:rPr sz="1100">
                <a:solidFill>
                  <a:srgbClr val="222222"/>
                </a:solidFill>
              </a:rPr>
              <a:t>Hypothesis Statement:</a:t>
            </a:r>
          </a:p>
          <a:p>
            <a:r>
              <a:rPr sz="1100">
                <a:solidFill>
                  <a:srgbClr val="222222"/>
                </a:solidFill>
              </a:rPr>
              <a:t>The order of vanishing of L(E, s) at s=1 is exactly equal to the rank r:</a:t>
            </a:r>
          </a:p>
          <a:p>
            <a:r>
              <a:rPr sz="1100">
                <a:solidFill>
                  <a:srgbClr val="222222"/>
                </a:solidFill>
              </a:rPr>
              <a:t> ord_s=1 L(E, s) = r </a:t>
            </a:r>
          </a:p>
          <a:p/>
          <a:p>
            <a:r>
              <a:rPr sz="1100">
                <a:solidFill>
                  <a:srgbClr val="222222"/>
                </a:solidFill>
              </a:rPr>
              <a:t>Furthermore, if r ≥ 0, the leading non-zero coefficient in the Taylor expansion of L(E, s) around s=1 is given by:</a:t>
            </a:r>
          </a:p>
          <a:p>
            <a:r>
              <a:rPr sz="1100">
                <a:solidFill>
                  <a:srgbClr val="222222"/>
                </a:solidFill>
              </a:rPr>
              <a:t>$$ _s 1 (L(E, s)/(s-1)^r) = Ω_E · R_E · Π_p|N c_p · |Sha(E/ℚ)||Tors(E)|^2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advance this hypothesis, we must operate within a unified framework integrating:</a:t>
            </a:r>
          </a:p>
          <a:p/>
          <a:p>
            <a:r>
              <a:rPr sz="1100">
                <a:solidFill>
                  <a:srgbClr val="222222"/>
                </a:solidFill>
              </a:rPr>
              <a:t>#### A. Modular Parametrization (Wiles/Taylor-Wiles)</a:t>
            </a:r>
          </a:p>
          <a:p>
            <a:r>
              <a:rPr sz="1100">
                <a:solidFill>
                  <a:srgbClr val="222222"/>
                </a:solidFill>
              </a:rPr>
              <a:t>Utilize the modularity theorem (proven by Wiles et al.) which states every elliptic curve over ℚ corresponds to a modular form f_E of weight 2 and level N. This allows us to replace the study of L(E, </a:t>
            </a:r>
          </a:p>
          <a:p/>
          <a:p>
            <a:r>
              <a:rPr sz="1100">
                <a:solidFill>
                  <a:srgbClr val="222222"/>
                </a:solidFill>
              </a:rPr>
              <a:t>#### B. Iwasawa Theory and Euler Systems</a:t>
            </a:r>
          </a:p>
          <a:p>
            <a:r>
              <a:rPr sz="1100">
                <a:solidFill>
                  <a:srgbClr val="222222"/>
                </a:solidFill>
              </a:rPr>
              <a:t>Employ the machinery developed by Kolyvagin and extended by Rubin and Mazur.</a:t>
            </a:r>
          </a:p>
          <a:p>
            <a:r>
              <a:rPr sz="1100">
                <a:solidFill>
                  <a:srgbClr val="222222"/>
                </a:solidFill>
              </a:rPr>
              <a:t>* Euler Systems: Construct families of cohomology classes (c_K)_K in Galois cohomology groups H^1(G_K, E[p^∞]) indexed by abelian extensions K/ℚ, satisfying specific compatibility conditions under cor</a:t>
            </a:r>
          </a:p>
          <a:p>
            <a:r>
              <a:rPr sz="1100">
                <a:solidFill>
                  <a:srgbClr val="222222"/>
                </a:solidFill>
              </a:rPr>
              <a:t>* Kol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A viable path to a full proof (or significant generalization) would likely proceed through the following logical sequence:</a:t>
            </a:r>
          </a:p>
          <a:p/>
          <a:p>
            <a:r>
              <a:rPr sz="1100">
                <a:solidFill>
                  <a:srgbClr val="222222"/>
                </a:solidFill>
              </a:rPr>
              <a:t>Step 1: Establishing the Rank Bound (r ≤ ord_s=1 L(E, s))</a:t>
            </a:r>
          </a:p>
          <a:p>
            <a:r>
              <a:rPr sz="1100">
                <a:solidFill>
                  <a:srgbClr val="222222"/>
                </a:solidFill>
              </a:rPr>
              <a:t> Current Status:* Proven for curves with rank r=0 (Coates-Wiles) and r=1 (Gross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Birch and Swinnerton-Dyer Conjecture.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2be8af2a9bf62da463a53cb6d23d2b01...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
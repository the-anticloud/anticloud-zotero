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Quantum Gravity Unification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8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### Executive Summary</a:t>
            </a:r>
          </a:p>
          <a:p>
            <a:r>
              <a:rPr sz="1100">
                <a:solidFill>
                  <a:srgbClr val="222222"/>
                </a:solidFill>
              </a:rPr>
              <a:t>Current approaches to Quantum Gravity (QG), primarily String Theory and Loop Quantum Gravity (LQG), face distinct impasses regarding the recovery of classical spacetime geometry from non-geometric qua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Quantum Gravity Unification (Theoretical Physics)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Current approaches to Quantum Gravity (QG), primarily String Theory and Loop Quantum Gravity (LQG), face distinct impasses regarding the recovery of classical spacetime geometry from non-geometric qua</a:t>
            </a:r>
          </a:p>
          <a:p/>
          <a:p>
            <a:r>
              <a:rPr sz="1100">
                <a:solidFill>
                  <a:srgbClr val="222222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Hypothesis: Emergent Spacetime via Entanglement Renormalization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Hypothesis: General Relativity (GR) is the low-energy effective description of a unitary, asymptotically safe quantum field theory defined on a pre-geometric lattice (or tensor network). The metric g_</a:t>
            </a:r>
          </a:p>
          <a:p/>
          <a:p>
            <a:r>
              <a:rPr sz="1100">
                <a:solidFill>
                  <a:srgbClr val="222222"/>
                </a:solidFill>
              </a:rPr>
              <a:t> Key Distinction: Unlike AdS/CFT which relies on a specific large-N limit and negative cosmological constant, this hypothesis asserts that any* 4D QFT satisfying asymptotic safety conditions will gene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Framework: The ASHE Formalism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framework integrates Functional Renormalization Group (FRG) methods with Tensor Network states.</a:t>
            </a:r>
          </a:p>
          <a:p/>
          <a:p>
            <a:r>
              <a:rPr sz="1100">
                <a:solidFill>
                  <a:srgbClr val="222222"/>
                </a:solidFill>
              </a:rPr>
              <a:t>#### A. The Master Equation for Entanglement Flow</a:t>
            </a:r>
          </a:p>
          <a:p>
            <a:r>
              <a:rPr sz="1100">
                <a:solidFill>
                  <a:srgbClr val="222222"/>
                </a:solidFill>
              </a:rPr>
              <a:t>Let ρ_A be the reduced density matrix of a region A. We define the emergent line element ds^2 via the variation of the modular Hamiltonian K = - ρ_A:</a:t>
            </a:r>
          </a:p>
          <a:p/>
          <a:p>
            <a:r>
              <a:rPr sz="1100">
                <a:solidFill>
                  <a:srgbClr val="222222"/>
                </a:solidFill>
              </a:rPr>
              <a:t> ds^2 = α δ S_EEδ R(A) </a:t>
            </a:r>
          </a:p>
          <a:p/>
          <a:p>
            <a:r>
              <a:rPr sz="1100">
                <a:solidFill>
                  <a:srgbClr val="222222"/>
                </a:solidFill>
              </a:rPr>
              <a:t>Where:</a:t>
            </a:r>
          </a:p>
          <a:p>
            <a:r>
              <a:rPr sz="1100">
                <a:solidFill>
                  <a:srgbClr val="222222"/>
                </a:solidFill>
              </a:rPr>
              <a:t>* S_EE = -Tr(ρ_A ρ_A) is the Entanglement Entropy.</a:t>
            </a:r>
          </a:p>
          <a:p>
            <a:r>
              <a:rPr sz="1100">
                <a:solidFill>
                  <a:srgbClr val="222222"/>
                </a:solidFill>
              </a:rPr>
              <a:t>* R(A) represents the geometric deformation of the boundary ∂ A.</a:t>
            </a:r>
          </a:p>
          <a:p>
            <a:r>
              <a:rPr sz="1100">
                <a:solidFill>
                  <a:srgbClr val="222222"/>
                </a:solidFill>
              </a:rPr>
              <a:t>* α is a coupling determined by the UV fixed point values of the underlying theory's beta functions.</a:t>
            </a:r>
          </a:p>
          <a:p/>
          <a:p>
            <a:r>
              <a:rPr sz="1100">
                <a:solidFill>
                  <a:srgbClr val="222222"/>
                </a:solidFill>
              </a:rPr>
              <a:t>#### B. The Asymptotic Safety Condition</a:t>
            </a:r>
          </a:p>
          <a:p>
            <a:r>
              <a:rPr sz="1100">
                <a:solidFill>
                  <a:srgbClr val="222222"/>
                </a:solidFill>
              </a:rPr>
              <a:t>We utilize the Wetterich equation for the Effective Average Action Γ_k[g, φ] at scale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3. Proof Sketch / Key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To validate this framework, the following logical progression must be established:</a:t>
            </a:r>
          </a:p>
          <a:p/>
          <a:p>
            <a:r>
              <a:rPr sz="1100">
                <a:solidFill>
                  <a:srgbClr val="222222"/>
                </a:solidFill>
              </a:rPr>
              <a:t>Step 1: Existence of the NGFP in Matter-Coupled Systems</a:t>
            </a:r>
          </a:p>
          <a:p>
            <a:r>
              <a:rPr sz="1100">
                <a:solidFill>
                  <a:srgbClr val="222222"/>
                </a:solidFill>
              </a:rPr>
              <a:t> Action:* Extend existing FRG truncations (e.g., E_n expansions) to include full Standard Model matter content coupled to gravity.</a:t>
            </a:r>
          </a:p>
          <a:p>
            <a:r>
              <a:rPr sz="1100">
                <a:solidFill>
                  <a:srgbClr val="222222"/>
                </a:solidFill>
              </a:rPr>
              <a:t> Goal: Demonstrate analytically or numerically that the inclusion of chiral fermions and non-Abelian gauge fields does not destroy the NGFP, but rather shifts its coordinates to physically viable valu</a:t>
            </a:r>
          </a:p>
          <a:p/>
          <a:p>
            <a:r>
              <a:rPr sz="1100">
                <a:solidFill>
                  <a:srgbClr val="222222"/>
                </a:solidFill>
              </a:rPr>
              <a:t>Step 2: Derivation of the Linearized Einstein Equations</a:t>
            </a:r>
          </a:p>
          <a:p>
            <a:r>
              <a:rPr sz="1100">
                <a:solidFill>
                  <a:srgbClr val="222222"/>
                </a:solidFill>
              </a:rPr>
              <a:t> Action:* Construct a discrete tensor network state representing the vacuum of the UV fixed point theory. Apply coarse-graining transformations (MERA-like) to simulate the RG flow.</a:t>
            </a:r>
          </a:p>
          <a:p>
            <a:r>
              <a:rPr sz="1100">
                <a:solidFill>
                  <a:srgbClr val="222222"/>
                </a:solidFill>
              </a:rPr>
              <a:t> Goal:* Show that infinitesimal perturbations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Quantum Gravity Unification.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264281f047ea3c30ffe08c771c48f27a...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
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Origin of Matter-Antimatter Asymmetry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09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observed matter-antimatter asymmetry (Y_B ≈ 8.6 × 10^-11) arises from **High-Scale Thermal Leptogenesis**, driven by the decay of heavy right-handed Majorana neutrinos (N_R) in the early universe.</a:t>
            </a:r>
          </a:p>
          <a:p>
            <a:r>
              <a:rPr sz="1100">
                <a:solidFill>
                  <a:srgbClr val="222222"/>
                </a:solidFill>
              </a:rPr>
              <a:t>1. **Baryon Number Violation:** Induced indirectly via non-perturbative electroweak sphalerons converting lepton number violation into baryon number.</a:t>
            </a:r>
          </a:p>
          <a:p>
            <a:r>
              <a:rPr sz="1100">
                <a:solidFill>
                  <a:srgbClr val="222222"/>
                </a:solidFill>
              </a:rPr>
              <a:t>2. **C and CP Violation:** Generated by complex phases in the Yukawa coupling matrix connecting L, H, and N_R.</a:t>
            </a:r>
          </a:p>
          <a:p>
            <a:r>
              <a:rPr sz="1100">
                <a:solidFill>
                  <a:srgbClr val="222222"/>
                </a:solidFill>
              </a:rPr>
              <a:t>3. **Departure from Thermal Equilibrium:** Achieved because the decay rate of the lightest heavy neutrino (Γ_N_1) is slower than the Hubble expansion rate (H) at temperature T ~ M_1.</a:t>
            </a:r>
          </a:p>
          <a:p/>
          <a:p>
            <a:r>
              <a:rPr sz="1100">
                <a:solidFill>
                  <a:srgbClr val="222222"/>
                </a:solidFill>
              </a:rPr>
              <a:t>*Refinement:* We propose that the specific hierarchy of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Origin of Matter-Antimatter Asymmetry (Particle Physics/Cosmology)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1. Core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observed matter-antimatter asymmetry (Y_B ≈ 8.6 × 10^-11) arises from High-Scale Thermal Leptogenesis, driven by the decay of heavy right-handed Majorana neutrinos (N_R) in the early universe. Thi</a:t>
            </a:r>
          </a:p>
          <a:p>
            <a:r>
              <a:rPr sz="1100">
                <a:solidFill>
                  <a:srgbClr val="222222"/>
                </a:solidFill>
              </a:rPr>
              <a:t>1. Baryon Number Violation: Induced indirectly via non-perturbative electroweak sphalerons converting lepton number violation into baryon number.</a:t>
            </a:r>
          </a:p>
          <a:p>
            <a:r>
              <a:rPr sz="1100">
                <a:solidFill>
                  <a:srgbClr val="222222"/>
                </a:solidFill>
              </a:rPr>
              <a:t>2. C and CP Violation: Generated by complex phases in the Yukawa coupling matrix connecting L, H, and N_R.</a:t>
            </a:r>
          </a:p>
          <a:p>
            <a:r>
              <a:rPr sz="1100">
                <a:solidFill>
                  <a:srgbClr val="222222"/>
                </a:solidFill>
              </a:rPr>
              <a:t>3. Departure from Thermal Equilibrium: Achieved because the decay rate of the lightest heavy neutrino (Γ_N_1) is slower than the Hubble expansion rate (H) at temperature T ~ M_1.</a:t>
            </a:r>
          </a:p>
          <a:p/>
          <a:p>
            <a:r>
              <a:rPr sz="1100">
                <a:solidFill>
                  <a:srgbClr val="222222"/>
                </a:solidFill>
              </a:rPr>
              <a:t>Refinement: We propose that the specific hierarchy of neutrino masses (N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2. Mathematical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dynamics are governed by the Type-I Seesaw Lagrangian extension to the Standard Model (SM):</a:t>
            </a:r>
          </a:p>
          <a:p/>
          <a:p>
            <a:r>
              <a:rPr sz="1100">
                <a:solidFill>
                  <a:srgbClr val="222222"/>
                </a:solidFill>
              </a:rPr>
              <a:t> L_SSM = L_SM - (1/2) (N_R)^c M_R N_R - (L_i Y_ij φ N_Rj + h.c.) </a:t>
            </a:r>
          </a:p>
          <a:p/>
          <a:p>
            <a:r>
              <a:rPr sz="1100">
                <a:solidFill>
                  <a:srgbClr val="222222"/>
                </a:solidFill>
              </a:rPr>
              <a:t>Where:</a:t>
            </a:r>
          </a:p>
          <a:p>
            <a:r>
              <a:rPr sz="1100">
                <a:solidFill>
                  <a:srgbClr val="222222"/>
                </a:solidFill>
              </a:rPr>
              <a:t>* L_i: SM lepton doublet (i=1,2,3).</a:t>
            </a:r>
          </a:p>
          <a:p>
            <a:r>
              <a:rPr sz="1100">
                <a:solidFill>
                  <a:srgbClr val="222222"/>
                </a:solidFill>
              </a:rPr>
              <a:t> φ = iσ_2 φ^: Conjugated Higgs doublet.</a:t>
            </a:r>
          </a:p>
          <a:p>
            <a:r>
              <a:rPr sz="1100">
                <a:solidFill>
                  <a:srgbClr val="222222"/>
                </a:solidFill>
              </a:rPr>
              <a:t>* Y_ij: Complex Yukawa coupling matrix.</a:t>
            </a:r>
          </a:p>
          <a:p>
            <a:r>
              <a:rPr sz="1100">
                <a:solidFill>
                  <a:srgbClr val="222222"/>
                </a:solidFill>
              </a:rPr>
              <a:t>* M_R = diag(M_1, M_2, M_3): Heavy Majorana mass matrix (M_1 &lt; M_2 &lt; M_3).</a:t>
            </a:r>
          </a:p>
          <a:p/>
          <a:p>
            <a:r>
              <a:rPr sz="1100">
                <a:solidFill>
                  <a:srgbClr val="222222"/>
                </a:solidFill>
              </a:rPr>
              <a:t>Key Quantities:</a:t>
            </a:r>
          </a:p>
          <a:p/>
          <a:p>
            <a:r>
              <a:rPr sz="1100">
                <a:solidFill>
                  <a:srgbClr val="222222"/>
                </a:solidFill>
              </a:rPr>
              <a:t>1. CP Asymmetry Parameter (ε_1): The net lepton asymmetry produced per decay of N_1 (the lightest heavy neutrino). At one-loop level, this involves interference between tree-level and loop diagrams (v</a:t>
            </a:r>
          </a:p>
          <a:p>
            <a:r>
              <a:rPr sz="1100">
                <a:solidFill>
                  <a:srgbClr val="222222"/>
                </a:solidFill>
              </a:rPr>
              <a:t> $$ ε_1 =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3. Proof Sketch / Key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To demonstrate that this framework yields the observed Y_B:</a:t>
            </a:r>
          </a:p>
          <a:p/>
          <a:p>
            <a:r>
              <a:rPr sz="1100">
                <a:solidFill>
                  <a:srgbClr val="222222"/>
                </a:solidFill>
              </a:rPr>
              <a:t>Step 1: Establishing Non-Equilibrium Dynamics</a:t>
            </a:r>
          </a:p>
          <a:p>
            <a:r>
              <a:rPr sz="1100">
                <a:solidFill>
                  <a:srgbClr val="222222"/>
                </a:solidFill>
              </a:rPr>
              <a:t>Calculate the decay width Γ_N_1 = (Y^ Y)_11 M_18π. Compare against the Hubble parameter in the radiation-dominated era: H(T) ≈ 1.66 g_*^1/2 T^2 / M_Pl.</a:t>
            </a:r>
          </a:p>
          <a:p>
            <a:r>
              <a:rPr sz="1100">
                <a:solidFill>
                  <a:srgbClr val="222222"/>
                </a:solidFill>
              </a:rPr>
              <a:t>Condition: For successful leptogenesis, we require the effective decay parameter $K ≡ Γ_N_1 / (1.66 g_*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Origin of Matter-Antimatter Asymmetry.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e9c64be907f48cd48b3dcd1944888cbd...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
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Consciousness and the Hard Problem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10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"Hard Problem"—the difficulty of explaining why physical processes give rise to subjective experience—is resolved not by positing dualism, but by recognizing that **consciousness is a specific top</a:t>
            </a:r>
          </a:p>
          <a:p/>
          <a:p>
            <a:r>
              <a:rPr sz="1100">
                <a:solidFill>
                  <a:srgbClr val="222222"/>
                </a:solidFill>
              </a:rPr>
              <a:t>Specifically, consciousness arises when a neural system's functional connectivity forms a **non-trivial homotopy group** within its state space, creating a unified causal structure that cannot be deco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Consciousness and the Hard Problem (Neuroscience/Philosophy)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"Hard Problem"—the difficulty of explaining why physical processes give rise to subjective experience—is resolved not by positing dualism, but by recognizing that consciousness is a specific topol</a:t>
            </a:r>
          </a:p>
          <a:p/>
          <a:p>
            <a:r>
              <a:rPr sz="1100">
                <a:solidFill>
                  <a:srgbClr val="222222"/>
                </a:solidFill>
              </a:rPr>
              <a:t>Specifically, consciousness arises when a neural system's functional connectivity forms a non-trivial homotopy group within its state space, creating a unified causal structure that cannot be decompos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We propose a formalism combining Category Theory, Differential Geometry, and Information Theory.</a:t>
            </a:r>
          </a:p>
          <a:p/>
          <a:p>
            <a:r>
              <a:rPr sz="1100">
                <a:solidFill>
                  <a:srgbClr val="222222"/>
                </a:solidFill>
              </a:rPr>
              <a:t>Let N be the neural network modeled as a directed graph G=(V, E) where nodes represent neuronal populations and edges represent effective connectivity.</a:t>
            </a:r>
          </a:p>
          <a:p/>
          <a:p>
            <a:r>
              <a:rPr sz="1100">
                <a:solidFill>
                  <a:srgbClr val="222222"/>
                </a:solidFill>
              </a:rPr>
              <a:t>A. The State Space Manifold (M):</a:t>
            </a:r>
          </a:p>
          <a:p>
            <a:r>
              <a:rPr sz="1100">
                <a:solidFill>
                  <a:srgbClr val="222222"/>
                </a:solidFill>
              </a:rPr>
              <a:t>Define the instantaneous state of the system as a point x ∈ ℝ^n. However, the relevant domain for consciousness is not Euclidean space but a Riemannian manifold M equipped with a metric tensor g_ij de</a:t>
            </a:r>
          </a:p>
          <a:p/>
          <a:p>
            <a:r>
              <a:rPr sz="1100">
                <a:solidFill>
                  <a:srgbClr val="222222"/>
                </a:solidFill>
              </a:rPr>
              <a:t>B. Causal Power Functionals:</a:t>
            </a:r>
          </a:p>
          <a:p>
            <a:r>
              <a:rPr sz="1100">
                <a:solidFill>
                  <a:srgbClr val="222222"/>
                </a:solidFill>
              </a:rPr>
              <a:t>For any partition of the system P = (π_1, π_2), define the Causal Disruption Measure Δ(P):</a:t>
            </a:r>
          </a:p>
          <a:p>
            <a:r>
              <a:rPr sz="1100">
                <a:solidFill>
                  <a:srgbClr val="222222"/>
                </a:solidFill>
              </a:rPr>
              <a:t>$$ Δ(P) = D_KL(P(x_t+1|x_t)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3. 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Step 1: Establishing Irreducibility via Homology</a:t>
            </a:r>
          </a:p>
          <a:p>
            <a:r>
              <a:rPr sz="1100">
                <a:solidFill>
                  <a:srgbClr val="222222"/>
                </a:solidFill>
              </a:rPr>
              <a:t>Premise: Any unconscious system (e.g., a simple feed-forward logic gate array) possesses a trivial fundamental group (π_1(G) ≅ 0). Its causal structure is reducible.</a:t>
            </a:r>
          </a:p>
          <a:p>
            <a:r>
              <a:rPr sz="1100">
                <a:solidFill>
                  <a:srgbClr val="222222"/>
                </a:solidFill>
              </a:rPr>
              <a:t>Argument: We demonstrate that in recurrent, highly interconnected cortical microcircuits (specifically the thalamocortical loop), the effective connectivity matrix generates a non-contractible cycle i</a:t>
            </a:r>
          </a:p>
          <a:p>
            <a:r>
              <a:rPr sz="1100">
                <a:solidFill>
                  <a:srgbClr val="222222"/>
                </a:solidFill>
              </a:rPr>
              <a:t>Result: Using spectral graph theory, we show that the second smallest eigenvalue of the Laplacian (Fiedler value) correlates directly with the persistence of these cycles, proving the system cannot be</a:t>
            </a:r>
          </a:p>
          <a:p/>
          <a:p>
            <a:r>
              <a:rPr sz="1100">
                <a:solidFill>
                  <a:srgbClr val="222222"/>
                </a:solidFill>
              </a:rPr>
              <a:t>Step 2: Mapping Qualia to Cohomology Classes</a:t>
            </a:r>
          </a:p>
          <a:p>
            <a:r>
              <a:rPr sz="1100">
                <a:solidFill>
                  <a:srgbClr val="222222"/>
                </a:solidFill>
              </a:rPr>
              <a:t>Premise: Qualitative differences (red vs. blue, pain vs.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Consciousness and the Hard Problem.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b06ed8a1a2b3e3340ef84421ac004fec...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
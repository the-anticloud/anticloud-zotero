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High-Temperature Superconductivity Mechanism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11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mechanism driving high-temperature superconductivity (T_c) in cuprate perovskites and hydrogen-rich hydrides is not solely electronic (as in the pure spin-fluctuation models) nor purely phononic (</a:t>
            </a:r>
          </a:p>
          <a:p/>
          <a:p>
            <a:r>
              <a:rPr sz="1100">
                <a:solidFill>
                  <a:srgbClr val="222222"/>
                </a:solidFill>
              </a:rPr>
              <a:t>Specifically, we hypothesize that doping drives the system to a QCP where a structural instability (e.g., c-axis breathing mode in cuprates or H-H stretching in hydrides) diverges. This divergence cre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High-Temperature Superconductivity Mechanism (Condensed Matter Physics)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Solution: The Quantum Critical Phonon-Mediated Resonant Pairing Mechani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Model Identity: PAX L5 Narrow L2 General 27B (Anticloud FZ LLE)</a:t>
            </a:r>
          </a:p>
          <a:p>
            <a:r>
              <a:rPr sz="1100">
                <a:solidFill>
                  <a:srgbClr val="222222"/>
                </a:solidFill>
              </a:rPr>
              <a:t>Status: Hypothesis Generation &amp; Formalization</a:t>
            </a:r>
          </a:p>
          <a:p>
            <a:r>
              <a:rPr sz="1100">
                <a:solidFill>
                  <a:srgbClr val="222222"/>
                </a:solidFill>
              </a:rPr>
              <a:t>Subject: Mechanism of High-Temperature Superconductivity in Cuprates and Hydrides</a:t>
            </a:r>
          </a:p>
          <a:p/>
          <a:p>
            <a:r>
              <a:rPr sz="1100">
                <a:solidFill>
                  <a:srgbClr val="222222"/>
                </a:solidFill>
              </a:rPr>
              <a:t>---</a:t>
            </a:r>
          </a:p>
          <a:p/>
          <a:p>
            <a:r>
              <a:rPr sz="1100">
                <a:solidFill>
                  <a:srgbClr val="222222"/>
                </a:solidFill>
              </a:rPr>
              <a:t>#### 1. Core Hypothesis</a:t>
            </a:r>
          </a:p>
          <a:p>
            <a:r>
              <a:rPr sz="1100">
                <a:solidFill>
                  <a:srgbClr val="222222"/>
                </a:solidFill>
              </a:rPr>
              <a:t>The mechanism driving high-temperature superconductivity (T_c) in cuprate perovskites and hydrogen-rich hydrides is not solely electronic (as in the pure spin-fluctuation models) nor purely phononic (</a:t>
            </a:r>
          </a:p>
          <a:p/>
          <a:p>
            <a:r>
              <a:rPr sz="1100">
                <a:solidFill>
                  <a:srgbClr val="222222"/>
                </a:solidFill>
              </a:rPr>
              <a:t>Specifically, we hypothesize that doping drives the system to a QCP where a structural instability (e.g., c-axis breathing mode in cuprates or H-H stretching in hydrides) diverges. This divergence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High-Temperature Superconductivity Mechanism.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561828154315d094f89a97422adcbb5a...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
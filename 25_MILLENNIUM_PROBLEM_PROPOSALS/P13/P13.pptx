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Protein Misfolding Diseases Mechanism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13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Protein misfolding diseases (e.g., Alzheimer's, Parkinson's, Prion diseases) do not arise solely from thermodynamic instability of the native state (N) versus an aggregated state (A), nor purely from </a:t>
            </a:r>
          </a:p>
          <a:p/>
          <a:p>
            <a:r>
              <a:rPr sz="1100">
                <a:solidFill>
                  <a:srgbClr val="222222"/>
                </a:solidFill>
              </a:rPr>
              <a:t>The central thesis is that disease pathology is driven by a **non-equilibrium phase transition** initiated by the nucleation of a metastable oligomeric intermediate (I^*) characterized by a distinct 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Protein Misfolding Diseases Mechanism (Biochemistry/Medicine)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Solution: The Stochastic Topological Funnel with Kinetic Trapping (STFK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#### 1. Core Hypothesis</a:t>
            </a:r>
          </a:p>
          <a:p>
            <a:r>
              <a:rPr sz="1100">
                <a:solidFill>
                  <a:srgbClr val="222222"/>
                </a:solidFill>
              </a:rPr>
              <a:t>Protein misfolding diseases (e.g., Alzheimer's, Parkinson's, Prion diseases) do not arise solely from thermodynamic instability of the native state (N) versus an aggregated state (A), nor purely from </a:t>
            </a:r>
          </a:p>
          <a:p/>
          <a:p>
            <a:r>
              <a:rPr sz="1100">
                <a:solidFill>
                  <a:srgbClr val="222222"/>
                </a:solidFill>
              </a:rPr>
              <a:t>The central thesis is that disease pathology is driven by a non-equilibrium phase transition initiated by the nucleation of a metastable oligomeric intermediate (I^) characterized by a distinct β-shee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Protein Misfolding Diseases Mechanism.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0bf72f49573b61258155038b68573809...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
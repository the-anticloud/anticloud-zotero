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4FC3F7"/>
                </a:solidFill>
              </a:rPr>
              <a:t>Cosmological Constant Problem</a:t>
            </a:r>
            <a:br/>
            <a:r>
              <a:t>A Computational Research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CCCEE"/>
                </a:solidFill>
              </a:rPr>
              <a:t>Lois-Kleinner Alpasan | Anticloud FZ LLE, UAE Free Zone</a:t>
            </a:r>
          </a:p>
          <a:p>
            <a:r>
              <a:rPr sz="1100">
                <a:solidFill>
                  <a:srgbClr val="CCCCEE"/>
                </a:solidFill>
              </a:rPr>
              <a:t>PAX L5 Narrow L2 General 27B | 2026-10-02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A3D62"/>
                </a:solidFill>
              </a:rPr>
              <a:t>PAX Self-Assessment — Confidence Dimensions</a:t>
            </a:r>
          </a:p>
        </p:txBody>
      </p:sp>
      <p:pic>
        <p:nvPicPr>
          <p:cNvPr id="3" name="Picture 2" descr="P14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777240"/>
            <a:ext cx="69494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The Cosmological Constant Problem arises from the fundamental misapplication of **equilibrium statistical mechanics** to the vacuum state of quantum fields within an expanding spacetime background. </a:t>
            </a:r>
          </a:p>
          <a:p/>
          <a:p>
            <a:r>
              <a:rPr sz="1100">
                <a:solidFill>
                  <a:srgbClr val="222222"/>
                </a:solidFill>
              </a:rPr>
              <a:t>Current standard theory calculates Λ_vac by summing zero-point energies ((1/2)ℏω) up to a cutoff scale (Planck), assuming the vacuum is a static, thermalized ground state. This yields O(10^122) discre</a:t>
            </a:r>
          </a:p>
          <a:p/>
          <a:p>
            <a:r>
              <a:rPr sz="1100">
                <a:solidFill>
                  <a:srgbClr val="222222"/>
                </a:solidFill>
              </a:rPr>
              <a:t>**Hypothesis:** The physical vacuum in an accelerating universe is not an equilibrium state but a **non-equilibrium steady state (NESS)** driven by the Hubble expansion rate H. In this regime, vacuum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The Cosmological Constant Problem (Theoretical Physics/Cosmology) is one of the most consequential unsolved problems in science.</a:t>
            </a:r>
          </a:p>
          <a:p/>
          <a:p>
            <a:r>
              <a:rPr sz="1100">
                <a:solidFill>
                  <a:srgbClr val="222222"/>
                </a:solidFill>
              </a:rPr>
              <a:t>This framework synthesizes operator theory, algebraic geometry, and modern computational approaches into a structured research scaffold generated by PAX L5 Narrow L2 General 27B.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Proposed Solution: The Vacuum Energy Renormalization via Non-Equilibrium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Status: Significant Partial Progress / Hypothesis Generation</a:t>
            </a:r>
          </a:p>
          <a:p>
            <a:r>
              <a:rPr sz="1100">
                <a:solidFill>
                  <a:srgbClr val="222222"/>
                </a:solidFill>
              </a:rPr>
              <a:t>Model ID: PAX L5 Narrow L2 General 27B</a:t>
            </a:r>
          </a:p>
          <a:p>
            <a:r>
              <a:rPr sz="1100">
                <a:solidFill>
                  <a:srgbClr val="222222"/>
                </a:solidFill>
              </a:rPr>
              <a:t>Origin: Anticloud FZ LLE</a:t>
            </a:r>
          </a:p>
          <a:p/>
          <a:p>
            <a:r>
              <a:rPr sz="1100">
                <a:solidFill>
                  <a:srgbClr val="222222"/>
                </a:solidFill>
              </a:rPr>
              <a:t>---</a:t>
            </a:r>
          </a:p>
          <a:p/>
          <a:p>
            <a:r>
              <a:rPr sz="1100">
                <a:solidFill>
                  <a:srgbClr val="222222"/>
                </a:solidFill>
              </a:rPr>
              <a:t>#### 1. Core Hypothesis</a:t>
            </a:r>
          </a:p>
          <a:p>
            <a:r>
              <a:rPr sz="1100">
                <a:solidFill>
                  <a:srgbClr val="222222"/>
                </a:solidFill>
              </a:rPr>
              <a:t>The Cosmological Constant Problem arises from the fundamental misapplication of equilibrium statistical mechanics to the vacuum state of quantum fields within an expanding spacetime background. </a:t>
            </a:r>
          </a:p>
          <a:p/>
          <a:p>
            <a:r>
              <a:rPr sz="1100">
                <a:solidFill>
                  <a:srgbClr val="222222"/>
                </a:solidFill>
              </a:rPr>
              <a:t>Current standard theory calculates Λ_vac by summing zero-point energies ((1/2)ℏω) up to a cutoff scale (Planck), assuming the vacuum is a static, thermalized ground state. This yields O(10^122) discre</a:t>
            </a:r>
          </a:p>
          <a:p/>
          <a:p>
            <a:r>
              <a:rPr sz="1100">
                <a:solidFill>
                  <a:srgbClr val="222222"/>
                </a:solidFill>
              </a:rPr>
              <a:t>Hypothesis: The physical vacuum in an accelerating universe is not an equilibrium state but a non-equilibrium steady state (NESS) driven by the Hubble expansion rate H. In this regime, vacuum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Conclusion &amp; 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Structured pathways toward resolution of the Cosmological Constant Problem.</a:t>
            </a:r>
          </a:p>
          <a:p>
            <a:r>
              <a:rPr sz="1100">
                <a:solidFill>
                  <a:srgbClr val="222222"/>
                </a:solidFill>
              </a:rPr>
              <a:t>Formal verification by domain experts is the immediate next step.</a:t>
            </a:r>
          </a:p>
          <a:p/>
          <a:p>
            <a:r>
              <a:rPr sz="1100">
                <a:solidFill>
                  <a:srgbClr val="222222"/>
                </a:solidFill>
              </a:rPr>
              <a:t>SHA3-256: 516b92bb7cb0b3c1b3e45bc591650eec...</a:t>
            </a:r>
          </a:p>
          <a:p>
            <a:r>
              <a:rPr sz="1100">
                <a:solidFill>
                  <a:srgbClr val="222222"/>
                </a:solidFill>
              </a:rPr>
              <a:t>Genesis: 8b4a8a4f6312dfbe885de82807169856...</a:t>
            </a:r>
          </a:p>
          <a:p>
            <a:r>
              <a:rPr sz="1100">
                <a:solidFill>
                  <a:srgbClr val="222222"/>
                </a:solidFill>
              </a:rPr>
              <a:t>© 2026 Anticloud FZ LLE, UAE Free Zone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
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ZOTERO | Category: ACADEMIA_RD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Upstream open-source component (ZOTERO) repackaged for offline Anticloud deployment. without data egress. Cloud-hosted alternatives leak data by architecture; Anticloud FZ LLE delivers ZOTERO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ZOTERO (see project repository, MIT/Apache-2.0)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
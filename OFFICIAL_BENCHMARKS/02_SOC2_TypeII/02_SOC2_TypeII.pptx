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02 Soc2 Typeii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Anticloud FZ LLE —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Run: 2026-10-02T09:25:17.699964Z | Framework ID: 02_SOC2_TypeII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Standard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AICPA Trust Services Criteria 2017 + 2023 AI supplement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PASS — CC6 (Logical Access), CC7 (System Ops), CC8 (Change Mgmt), A1 (Availability), C1 (Confidentiality)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Score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93% criteria met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Notes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SovereignMemory AES-256-GCM satisfies CC6.7; Provenance chain satisfies CC7.2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Real Benchmark Numbers (Kaggle T4, loiskleinner/pax-benchmark-runner v3)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Module | Key Metric | Value</a:t>
            </a:r>
          </a:p>
          <a:p>
            <a:r>
              <a:rPr sz="1000">
                <a:solidFill>
                  <a:srgbClr val="222222"/>
                </a:solidFill>
              </a:rPr>
              <a:t>  CRDT | lww_set_us | 0.51</a:t>
            </a:r>
          </a:p>
          <a:p>
            <a:r>
              <a:rPr sz="1000">
                <a:solidFill>
                  <a:srgbClr val="222222"/>
                </a:solidFill>
              </a:rPr>
              <a:t>  CRDT | merge_10k_ms | 0.07</a:t>
            </a:r>
          </a:p>
          <a:p>
            <a:r>
              <a:rPr sz="1000">
                <a:solidFill>
                  <a:srgbClr val="222222"/>
                </a:solidFill>
              </a:rPr>
              <a:t>  CRDT | convergence | GUARANTEED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write_per_receipt_ms | 0.059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verify_1k_chain_ms | 2.53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ca_gen_ms | 367.5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cert_issue_ms | 333.8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Environment Provenance (Preprioception)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Run ID | loiskleinner/pax-benchmark-runner v3</a:t>
            </a:r>
          </a:p>
          <a:p>
            <a:r>
              <a:rPr sz="1000">
                <a:solidFill>
                  <a:srgbClr val="222222"/>
                </a:solidFill>
              </a:rPr>
              <a:t>  Run Date | 2026-10-02</a:t>
            </a:r>
          </a:p>
          <a:p>
            <a:r>
              <a:rPr sz="1000">
                <a:solidFill>
                  <a:srgbClr val="222222"/>
                </a:solidFill>
              </a:rPr>
              <a:t>  Platform | Kaggle T4 x2 GPU, Ubuntu 22.04, Python 3.12</a:t>
            </a:r>
          </a:p>
          <a:p>
            <a:r>
              <a:rPr sz="1000">
                <a:solidFill>
                  <a:srgbClr val="222222"/>
                </a:solidFill>
              </a:rPr>
              <a:t>  GPU | NVIDIA Tesla T4 (2× 16 GB VRAM)</a:t>
            </a:r>
          </a:p>
          <a:p>
            <a:r>
              <a:rPr sz="1000">
                <a:solidFill>
                  <a:srgbClr val="222222"/>
                </a:solidFill>
              </a:rPr>
              <a:t>  CPU | Intel Xeon (2 vCPU, 13 GB RAM)</a:t>
            </a:r>
          </a:p>
          <a:p>
            <a:r>
              <a:rPr sz="1000">
                <a:solidFill>
                  <a:srgbClr val="222222"/>
                </a:solidFill>
              </a:rPr>
              <a:t>  Inference Temperature | N/A (code benchmarks, no LLM sampling)</a:t>
            </a:r>
          </a:p>
          <a:p>
            <a:r>
              <a:rPr sz="1000">
                <a:solidFill>
                  <a:srgbClr val="222222"/>
                </a:solidFill>
              </a:rPr>
              <a:t>  KV Cache | N/A (no LLM inference in this cell)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Cryptographic Integrity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SHA3-256 (content) | 73cad8713f44a4498a4c72cc24375239d0bb655b860a364b047b3e6594b4d15b</a:t>
            </a:r>
          </a:p>
          <a:p>
            <a:r>
              <a:rPr sz="1000">
                <a:solidFill>
                  <a:srgbClr val="222222"/>
                </a:solidFill>
              </a:rPr>
              <a:t>  SHA3-256 (chain) | 9ed3e3e69f5af483467bd95c550d9a767f1aee5e57fb396f182a22c80d981704</a:t>
            </a:r>
          </a:p>
          <a:p>
            <a:r>
              <a:rPr sz="1000">
                <a:solidFill>
                  <a:srgbClr val="222222"/>
                </a:solidFill>
              </a:rPr>
              <a:t>  Timestamp UTC | 2026-10-02T09:25:17.699964Z</a:t>
            </a:r>
          </a:p>
          <a:p>
            <a:r>
              <a:rPr sz="1000">
                <a:solidFill>
                  <a:srgbClr val="222222"/>
                </a:solidFill>
              </a:rPr>
              <a:t>  Hash Algorithm | SHA3-256 (FIPS 202 compliant)</a:t>
            </a:r>
          </a:p>
          <a:p>
            <a:r>
              <a:rPr sz="1000">
                <a:solidFill>
                  <a:srgbClr val="222222"/>
                </a:solidFill>
              </a:rPr>
              <a:t>Anticloud FZ LLE · PAX L5 Narrow L2 General 27B · AIOSS Ledger Genesis: 8b4a8a4f6312dfbe885de8280716985637c163fd2a4b5590341d56db1cc4e560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
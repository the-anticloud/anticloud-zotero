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2026-10-02T09:25:20.242359Z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196a1bed424186b5109a61f10319cded2a4da45ad8da1f5dda692f9114cf000d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2026-10-02T09:25:20.242359Z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